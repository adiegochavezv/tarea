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AD4FA-DCE7-C155-CF56-96020F59B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F2D378-961E-BD69-71DB-6F80EBCCB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D4EC95-469A-FD03-F563-CBF15305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0C850C-6E30-9F83-0616-D9F034F1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B33E6-37B3-54D5-1F06-07912C42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894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EFD8F-5B4D-57B6-E0A5-766129ED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A4A44-E850-6DDB-E5E1-EFB0B8A07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33C60E-DB2C-8089-B4D6-E2CC1C5D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AB55-5A51-0DCB-8195-A4C7E719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4C8B20-49FB-8504-88E0-78A0B7EF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850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ED048-C5F5-AD19-29F5-E0597344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9880F7-3195-2147-38CD-6F5997D3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23AFA-F037-C8E3-5F62-A8AEA9D4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13229-20E8-12B2-AB94-9F634B29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9F62D7-BF96-F210-2421-16CDCF45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429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F4A00-6A1E-F0B9-F16C-4F53CDD1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07F97-D6B9-0096-32B9-8C8633057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308FB4-86C4-38F2-390F-9B737C5AA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A9AECF-5789-DA24-C5F1-8784C62D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E5F86D-2BB9-4AA5-EE03-EC47A64FD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58A27F-95E8-D727-BD2B-491FFC1C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061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18D97-2423-506C-731A-7648F960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6253E5-B990-2706-B9C5-9640DCE54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860844-9C21-537A-94D2-AB0B1E2F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AB3443-8EB8-734A-F851-FE7F78E51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941ED7F-F5BC-D29F-E3F0-9A7CF78C7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E6A541-A542-C467-56B6-13B285EF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751223-DBA4-5DB5-B169-84B1F299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0C3ABD-5E5E-3042-135D-C7F6EC1B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662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6F2AF-EEB2-8ED9-13D4-268A3DBD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A4EA1C-BDFF-11F0-4044-8058930C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C09A9F-1937-C879-ED01-5A243DDF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7AF7D5-DE0D-71B6-FC7B-224C042D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542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7FB4AD-99BE-D0C3-DA13-5EB6C3DF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327879-0AB8-0D34-F2BA-FD7F07B74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8FADA4-6609-F37E-8953-6C8CEAC7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668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679D7-374D-655C-D052-1FFF65C6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06B2D8-1187-CA13-C3C3-D4D30A916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181C17-7B9A-2B17-0EFE-0C85A8B5D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222A73-E487-CE3F-691C-1956D9D8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759E78-3E67-D42E-8A3D-4ED5E811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91ED35-417B-0E47-0CD7-AB1756D0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98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60B17-BDE2-D458-CBFF-9B255A68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4784D0-A4BE-9FA2-4514-0197B4CC7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1D80EA-A21A-6AC5-05EB-4E95B6FA6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CBEE6E-CA36-0DA1-BE6D-861817CB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08AB62-A053-7091-828B-106254D1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45D065-53A5-051E-F2DE-2FA4D8A0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915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0049D-AB01-C918-48AB-81EE6B5B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C1571D-DA32-B43A-356E-E1C30A68B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22D9E-FD59-160A-6E62-73357250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A2AA7-588A-053A-A13C-F7643B0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A682D3-B542-5217-FE2A-339326AA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339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C56A31-AD22-57D2-3DFD-5FAD12C9B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7E9F52-6BF8-699B-734F-DCE94AD8C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05798-48C3-5195-A2E6-1AAED4052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641198-EFA7-821B-A273-72F9A83E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8F0788-27DC-5B69-1C3F-65A3433D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988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A9535B-C8FD-A5FD-CF65-245BCB0E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29DAB7-209C-6256-A6FA-C0FA8EE4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04D422-42C4-22AC-53F8-A85884BB3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CD163-1875-4A02-B283-8148E2505406}" type="datetimeFigureOut">
              <a:rPr lang="es-PE" smtClean="0"/>
              <a:t>29/03/2026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8ABEE-EBA6-33FA-410D-5358447D1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84726-D25B-0FAA-4DD9-C85AF59B4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BAB21-9A6D-4184-8CE3-06458490559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331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8B5E03-5F67-2761-6E62-36A261CA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PE" sz="4000"/>
              <a:t>Framework que elegí: React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FB4FCA-2C21-8A4B-C923-B37278E6AA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Alta demanda laboral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 uno de los </a:t>
            </a:r>
            <a:r>
              <a:rPr kumimoji="0" lang="es-PE" altLang="es-PE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frameworks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más solicitados en el mercado, ideal para empleabilidad.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Gran comunidad y soporte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Mucha documentación, tutoriales y soluciones disponibles.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Flexibilidad y escalabilidad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Permite crear desde proyectos pequeños hasta aplicaciones complejas.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Reutilización de componentes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Ahorra tiempo y mejora la organización del código.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Ecosistema amplio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Integración con herramientas modernas (Next.js, </a:t>
            </a:r>
            <a:r>
              <a:rPr kumimoji="0" lang="es-PE" altLang="es-PE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Redux</a:t>
            </a: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etc.).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Curva de aprendizaje moderada</a:t>
            </a:r>
            <a:b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s-PE" altLang="es-PE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Más fácil de empezar comparado con Angular. </a:t>
            </a:r>
          </a:p>
        </p:txBody>
      </p:sp>
      <p:pic>
        <p:nvPicPr>
          <p:cNvPr id="6" name="Picture 5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E423E96-FA67-A5D5-F838-102DBEFB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3" r="2108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87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92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Framework que elegí: React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A. Chavez</dc:creator>
  <cp:lastModifiedBy>Diego A. Chavez</cp:lastModifiedBy>
  <cp:revision>1</cp:revision>
  <dcterms:created xsi:type="dcterms:W3CDTF">2026-03-30T02:34:32Z</dcterms:created>
  <dcterms:modified xsi:type="dcterms:W3CDTF">2026-03-30T03:12:20Z</dcterms:modified>
</cp:coreProperties>
</file>